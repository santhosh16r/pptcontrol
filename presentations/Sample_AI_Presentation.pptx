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Voice &amp; Chat Controlled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Smart PowerPoint Assistant</a:t>
            </a:r>
          </a:p>
          <a:p>
            <a:r>
              <a:t>Say 'Next Slide' or use the Chat to Navigate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&amp;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Hands-free voice recognition with real-time feedback.</a:t>
            </a:r>
          </a:p>
          <a:p>
            <a:pPr/>
            <a:r>
              <a:t>Natural chat commands ('open ppt', 'next slide', 'jump to slide 4').</a:t>
            </a:r>
          </a:p>
          <a:p>
            <a:pPr/>
            <a:r>
              <a:t>Seamless COM integration with Microsoft PowerPoint.</a:t>
            </a:r>
          </a:p>
          <a:p>
            <a:pPr/>
            <a:r>
              <a:t>Support for any folder filled with PPT / PPTX presentations.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Voice Commands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'Next Slide' / 'Advance' -&gt; Advances to next slide</a:t>
            </a:r>
          </a:p>
          <a:p>
            <a:r>
              <a:t>• 'Previous Slide' / 'Go Back' -&gt; Returns to previous slide</a:t>
            </a:r>
          </a:p>
          <a:p>
            <a:r>
              <a:t>• 'Go to slide [number]' -&gt; Jumps directly to slide</a:t>
            </a:r>
          </a:p>
          <a:p>
            <a:r>
              <a:t>• 'Start Presentation' -&gt; Launches fullscreen slideshow</a:t>
            </a:r>
          </a:p>
          <a:p>
            <a:r>
              <a:t>• 'Black Screen' / 'White Screen' -&gt; Toggles screen blanking</a:t>
            </a:r>
          </a:p>
          <a:p>
            <a:r>
              <a:t>• 'Exit Slideshow' -&gt; Ends fullscreen mode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Browser Frontend: Web Speech API &amp; Real-time Chat HUD</a:t>
            </a:r>
          </a:p>
          <a:p>
            <a:r>
              <a:t>2. Python Backend: FastAPI, WebSocket &amp; Intent Parsing</a:t>
            </a:r>
          </a:p>
          <a:p>
            <a:r>
              <a:t>3. Windows COM Engine: win32com PowerPoint automation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Presentation complete! Say 'Close PPT' or restart anytime.</a:t>
            </a:r>
          </a:p>
          <a:p>
            <a:r>
              <a:t>Enjoy your modern hands-free presentation experience!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